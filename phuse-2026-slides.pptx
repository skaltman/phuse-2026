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LLMs can 'see' these plots just fine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LLMs can 'see' these plots just fine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tried a bunch of stuff to drive those scores up and nothing worked.</a:t>
            </a:r>
          </a:p>
          <a:p>
            <a:r>
              <a:t>Hilariously, we let the model "think", and in its thinking, it would say "Huh, that association doesn't look like I expect", and then turn around and say exactly what it expected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bluffbench is evidence</a:t>
            </a:r>
          </a:p>
          <a:p>
            <a:r>
              <a:t>llms struggle with tasks central to data analysis</a:t>
            </a:r>
          </a:p>
          <a:p/>
          <a:p>
            <a:r>
              <a:t>[click]</a:t>
            </a:r>
          </a:p>
          <a:p/>
          <a:p>
            <a:r>
              <a:t>override priors</a:t>
            </a:r>
          </a:p>
          <a:p>
            <a:r>
              <a:t>fail to notice subtle</a:t>
            </a:r>
          </a:p>
          <a:p/>
          <a:p>
            <a:r>
              <a:t>both of these</a:t>
            </a:r>
          </a:p>
          <a:p>
            <a:r>
              <a:t>ability to not let expectations get in the way</a:t>
            </a:r>
          </a:p>
          <a:p>
            <a:r>
              <a:t>spot data quality issues in visualizations</a:t>
            </a:r>
          </a:p>
          <a:p/>
          <a:p>
            <a:r>
              <a:t>core skills</a:t>
            </a:r>
          </a:p>
          <a:p>
            <a:r>
              <a:t>want any person or agent to have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bluffbench is evidence</a:t>
            </a:r>
          </a:p>
          <a:p>
            <a:r>
              <a:t>llms struggle with tasks central to data analysis</a:t>
            </a:r>
          </a:p>
          <a:p/>
          <a:p>
            <a:r>
              <a:t>[click]</a:t>
            </a:r>
          </a:p>
          <a:p/>
          <a:p>
            <a:r>
              <a:t>override priors</a:t>
            </a:r>
          </a:p>
          <a:p>
            <a:r>
              <a:t>fail to notice subtle</a:t>
            </a:r>
          </a:p>
          <a:p/>
          <a:p>
            <a:r>
              <a:t>both of these</a:t>
            </a:r>
          </a:p>
          <a:p>
            <a:r>
              <a:t>ability to not let expectations get in the way</a:t>
            </a:r>
          </a:p>
          <a:p>
            <a:r>
              <a:t>spot data quality issues in visualizations</a:t>
            </a:r>
          </a:p>
          <a:p/>
          <a:p>
            <a:r>
              <a:t>core skills</a:t>
            </a:r>
          </a:p>
          <a:p>
            <a:r>
              <a:t>want any person or agent to have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bluffbench is evidence</a:t>
            </a:r>
          </a:p>
          <a:p>
            <a:r>
              <a:t>llms struggle with tasks central to data analysis</a:t>
            </a:r>
          </a:p>
          <a:p/>
          <a:p>
            <a:r>
              <a:t>[click]</a:t>
            </a:r>
          </a:p>
          <a:p/>
          <a:p>
            <a:r>
              <a:t>override priors</a:t>
            </a:r>
          </a:p>
          <a:p>
            <a:r>
              <a:t>fail to notice subtle</a:t>
            </a:r>
          </a:p>
          <a:p/>
          <a:p>
            <a:r>
              <a:t>both of these</a:t>
            </a:r>
          </a:p>
          <a:p>
            <a:r>
              <a:t>ability to not let expectations get in the way</a:t>
            </a:r>
          </a:p>
          <a:p>
            <a:r>
              <a:t>spot data quality issues in visualizations</a:t>
            </a:r>
          </a:p>
          <a:p/>
          <a:p>
            <a:r>
              <a:t>core skills</a:t>
            </a:r>
          </a:p>
          <a:p>
            <a:r>
              <a:t>want any person or agent to have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llms are great performers</a:t>
            </a:r>
          </a:p>
          <a:p>
            <a:r>
              <a:t>can put on a convincing performance of correctness</a:t>
            </a:r>
          </a:p>
          <a:p>
            <a:r>
              <a:t>we've seen in bluffbench that the model will interpret the plot, and will provide details and supposed evidence for what they see</a:t>
            </a:r>
          </a:p>
          <a:p>
            <a:r>
              <a:t>they act like they are moving the analysis forward</a:t>
            </a:r>
          </a:p>
          <a:p>
            <a:r>
              <a:t>the only problem is that, like in this case where it says this clearly negative trend is positive, is that **it's one that can fail to match reality**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llms are great performers</a:t>
            </a:r>
          </a:p>
          <a:p>
            <a:r>
              <a:t>can put on a convincing performance of correctness</a:t>
            </a:r>
          </a:p>
          <a:p>
            <a:r>
              <a:t>we've seen in bluffbench that the model will interpret the plot, and will provide details and supposed evidence for what they see</a:t>
            </a:r>
          </a:p>
          <a:p>
            <a:r>
              <a:t>they act like they are moving the analysis forward</a:t>
            </a:r>
          </a:p>
          <a:p>
            <a:r>
              <a:t>the only problem is that, like in this case where it says this clearly negative trend is positive, is that **it's one that can fail to match reality**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llms are great performers</a:t>
            </a:r>
          </a:p>
          <a:p>
            <a:r>
              <a:t>can put on a convincing performance of correctness</a:t>
            </a:r>
          </a:p>
          <a:p>
            <a:r>
              <a:t>we've seen in bluffbench that the model will interpret the plot, and will provide details and supposed evidence for what they see</a:t>
            </a:r>
          </a:p>
          <a:p>
            <a:r>
              <a:t>they act like they are moving the analysis forward</a:t>
            </a:r>
          </a:p>
          <a:p>
            <a:r>
              <a:t>the only problem is that, like in this case where it says this clearly negative trend is positive, is that **it's one that can fail to match reality**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llms are great performers</a:t>
            </a:r>
          </a:p>
          <a:p>
            <a:r>
              <a:t>can put on a convincing performance of correctness</a:t>
            </a:r>
          </a:p>
          <a:p>
            <a:r>
              <a:t>we've seen in bluffbench that the model will interpret the plot, and will provide details and supposed evidence for what they see</a:t>
            </a:r>
          </a:p>
          <a:p>
            <a:r>
              <a:t>they act like they are moving the analysis forward</a:t>
            </a:r>
          </a:p>
          <a:p>
            <a:r>
              <a:t>the only problem is that, like in this case where it says this clearly negative trend is positive, is that **it's one that can fail to match reality**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with this performance just that the model is sometimes wrong, it's that the wrong answers are confident and can be indistinguishable from the right ones</a:t>
            </a:r>
          </a:p>
          <a:p/>
          <a:p>
            <a:r>
              <a:t>we have a clearly parabolic plot</a:t>
            </a:r>
          </a:p>
          <a:p>
            <a:r>
              <a:t>and three descriptions from the same model</a:t>
            </a:r>
          </a:p>
          <a:p>
            <a:r>
              <a:t>shared tone, shared style, shared length -- but different description each time</a:t>
            </a:r>
          </a:p>
          <a:p>
            <a:r>
              <a:t>if you didn't know what the plot looked like, you wouldn't be able to disentangle the correct ones from the incorrect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with this performance just that the model is sometimes wrong, it's that the wrong answers are confident and can be indistinguishable from the right ones</a:t>
            </a:r>
          </a:p>
          <a:p/>
          <a:p>
            <a:r>
              <a:t>we have a clearly parabolic plot</a:t>
            </a:r>
          </a:p>
          <a:p>
            <a:r>
              <a:t>and three descriptions from the same model</a:t>
            </a:r>
          </a:p>
          <a:p>
            <a:r>
              <a:t>shared tone, shared style, shared length -- but different description each time</a:t>
            </a:r>
          </a:p>
          <a:p>
            <a:r>
              <a:t>if you didn't know what the plot looked like, you wouldn't be able to disentangle the correct ones from the incorrect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with this performance just that the model is sometimes wrong, it's that the wrong answers are confident and can be indistinguishable from the right ones</a:t>
            </a:r>
          </a:p>
          <a:p/>
          <a:p>
            <a:r>
              <a:t>we have a clearly parabolic plot</a:t>
            </a:r>
          </a:p>
          <a:p>
            <a:r>
              <a:t>and three descriptions from the same model</a:t>
            </a:r>
          </a:p>
          <a:p>
            <a:r>
              <a:t>shared tone, shared style, shared length -- but different description each time</a:t>
            </a:r>
          </a:p>
          <a:p>
            <a:r>
              <a:t>if you didn't know what the plot looked like, you wouldn't be able to disentangle the correct ones from the incorrect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with this performance just that the model is sometimes wrong, it's that the wrong answers are confident and can be indistinguishable from the right ones</a:t>
            </a:r>
          </a:p>
          <a:p/>
          <a:p>
            <a:r>
              <a:t>we have a clearly parabolic plot</a:t>
            </a:r>
          </a:p>
          <a:p>
            <a:r>
              <a:t>and three descriptions from the same model</a:t>
            </a:r>
          </a:p>
          <a:p>
            <a:r>
              <a:t>shared tone, shared style, shared length -- but different description each time</a:t>
            </a:r>
          </a:p>
          <a:p>
            <a:r>
              <a:t>if you didn't know what the plot looked like, you wouldn't be able to disentangle the correct ones from the incorrect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with this performance just that the model is sometimes wrong, it's that the wrong answers are confident and can be indistinguishable from the right ones</a:t>
            </a:r>
          </a:p>
          <a:p/>
          <a:p>
            <a:r>
              <a:t>we have a clearly parabolic plot</a:t>
            </a:r>
          </a:p>
          <a:p>
            <a:r>
              <a:t>and three descriptions from the same model</a:t>
            </a:r>
          </a:p>
          <a:p>
            <a:r>
              <a:t>shared tone, shared style, shared length -- but different description each time</a:t>
            </a:r>
          </a:p>
          <a:p>
            <a:r>
              <a:t>if you didn't know what the plot looked like, you wouldn't be able to disentangle the correct ones from the incorrect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only do they fail, they cloak incorrect answers in confident descriptions</a:t>
            </a:r>
          </a:p>
          <a:p>
            <a:r>
              <a:t>makes it hard to tell what is correct or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need to throw the whole thing away</a:t>
            </a:r>
          </a:p>
          <a:p/>
          <a:p>
            <a:r>
              <a:t>We shouldn't take evidence like bluffbench to mean that LLMs are useless _anywhere_ you value correctness.</a:t>
            </a:r>
          </a:p>
          <a:p/>
          <a:p>
            <a:r>
              <a:t>Instead, you have to figure out where they can fit and how to design around their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prevention</a:t>
            </a:r>
          </a:p>
          <a:p>
            <a:r>
              <a:t>mitigation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prevention</a:t>
            </a:r>
          </a:p>
          <a:p>
            <a:r>
              <a:t>mitigation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might already use an agent</a:t>
            </a:r>
          </a:p>
          <a:p>
            <a:r>
              <a:t>can also make one yourself</a:t>
            </a:r>
          </a:p>
          <a:p/>
          <a:p>
            <a:r>
              <a:t>most relevant if you have control of the agent yourself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might already use an agent</a:t>
            </a:r>
          </a:p>
          <a:p>
            <a:r>
              <a:t>can also make one yourself</a:t>
            </a:r>
          </a:p>
          <a:p/>
          <a:p>
            <a:r>
              <a:t>most relevant if you have control of the agent yourself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might already use an agent</a:t>
            </a:r>
          </a:p>
          <a:p>
            <a:r>
              <a:t>can also make one yourself</a:t>
            </a:r>
          </a:p>
          <a:p/>
          <a:p>
            <a:r>
              <a:t>most relevant if you have control of the agent yourself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 agent</a:t>
            </a:r>
          </a:p>
          <a:p>
            <a:r>
              <a:t>general purpose coding and data analysis</a:t>
            </a:r>
          </a:p>
          <a:p/>
          <a:p>
            <a:r>
              <a:t>use as an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need to make it easy for the models to be 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need to make it easy for the models to be 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an environment that makes it as likely as possible that your agent will fall into correctness</a:t>
            </a:r>
          </a:p>
          <a:p/>
          <a:p>
            <a:r>
              <a:t>don't control the model control the harness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an environment that makes it as likely as possible that your agent will fall into correctness</a:t>
            </a:r>
          </a:p>
          <a:p/>
          <a:p>
            <a:r>
              <a:t>don't control the model control the harness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an environment that makes it as likely as possible that your agent will fall into correctness</a:t>
            </a:r>
          </a:p>
          <a:p/>
          <a:p>
            <a:r>
              <a:t>don't control the model control the harness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an environment that makes it as likely as possible that your agent will fall into correctness</a:t>
            </a:r>
          </a:p>
          <a:p/>
          <a:p>
            <a:r>
              <a:t>don't control the model control the harness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an environment that makes it as likely as possible that your agent will fall into correctness</a:t>
            </a:r>
          </a:p>
          <a:p/>
          <a:p>
            <a:r>
              <a:t>don't control the model control the harness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doesn't necessarily need to write code</a:t>
            </a:r>
          </a:p>
          <a:p>
            <a:r>
              <a:t>could imagine an agent...</a:t>
            </a:r>
          </a:p>
          <a:p/>
          <a:p>
            <a:r>
              <a:t>llms are good at code</a:t>
            </a:r>
          </a:p>
          <a:p/>
          <a:p>
            <a:r>
              <a:t>we've learned from years of code for analysis...</a:t>
            </a:r>
          </a:p>
          <a:p/>
          <a:p>
            <a:r>
              <a:t>have the agent write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doesn't necessarily need to write code</a:t>
            </a:r>
          </a:p>
          <a:p>
            <a:r>
              <a:t>could imagine an agent...</a:t>
            </a:r>
          </a:p>
          <a:p/>
          <a:p>
            <a:r>
              <a:t>llms are good at code</a:t>
            </a:r>
          </a:p>
          <a:p/>
          <a:p>
            <a:r>
              <a:t>we've learned from years of code for analysis...</a:t>
            </a:r>
          </a:p>
          <a:p/>
          <a:p>
            <a:r>
              <a:t>have the agent write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doesn't necessarily need to write code</a:t>
            </a:r>
          </a:p>
          <a:p>
            <a:r>
              <a:t>could imagine an agent...</a:t>
            </a:r>
          </a:p>
          <a:p/>
          <a:p>
            <a:r>
              <a:t>llms are good at code</a:t>
            </a:r>
          </a:p>
          <a:p/>
          <a:p>
            <a:r>
              <a:t>we've learned from years of code for analysis...</a:t>
            </a:r>
          </a:p>
          <a:p/>
          <a:p>
            <a:r>
              <a:t>have the agent write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Prompting: prioritize correctness over just moving the analysis forward.</a:t>
            </a:r>
          </a:p>
          <a:p>
            <a:r>
              <a:t>Posit Assistant ... " openness to uncertainty and subtlety, and a commitment to statistical rigor ... Rather than maintaining a feeling of "moving forward," call out ambiguities and unclear results.""</a:t>
            </a:r>
          </a:p>
          <a:p>
            <a:r>
              <a:t>Tools: the ability to run code and see your session.</a:t>
            </a:r>
          </a:p>
          <a:p>
            <a:r>
              <a:t>Context: give it broad access to your files and environment, so it has a good chance at knowing the correct context to solve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Prompting: prioritize correctness over just moving the analysis forward.</a:t>
            </a:r>
          </a:p>
          <a:p>
            <a:r>
              <a:t>Posit Assistant ... " openness to uncertainty and subtlety, and a commitment to statistical rigor ... Rather than maintaining a feeling of "moving forward," call out ambiguities and unclear results.""</a:t>
            </a:r>
          </a:p>
          <a:p>
            <a:r>
              <a:t>Tools: the ability to run code and see your session.</a:t>
            </a:r>
          </a:p>
          <a:p>
            <a:r>
              <a:t>Context: give it broad access to your files and environment, so it has a good chance at knowing the correct context to solve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Prompting: prioritize correctness over just moving the analysis forward.</a:t>
            </a:r>
          </a:p>
          <a:p>
            <a:r>
              <a:t>Posit Assistant ... " openness to uncertainty and subtlety, and a commitment to statistical rigor ... Rather than maintaining a feeling of "moving forward," call out ambiguities and unclear results.""</a:t>
            </a:r>
          </a:p>
          <a:p>
            <a:r>
              <a:t>Tools: the ability to run code and see your session.</a:t>
            </a:r>
          </a:p>
          <a:p>
            <a:r>
              <a:t>Context: give it broad access to your files and environment, so it has a good chance at knowing the correct context to solve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Prompting: prioritize correctness over just moving the analysis forward.</a:t>
            </a:r>
          </a:p>
          <a:p>
            <a:r>
              <a:t>Posit Assistant ... " openness to uncertainty and subtlety, and a commitment to statistical rigor ... Rather than maintaining a feeling of "moving forward," call out ambiguities and unclear results.""</a:t>
            </a:r>
          </a:p>
          <a:p>
            <a:r>
              <a:t>Tools: the ability to run code and see your session.</a:t>
            </a:r>
          </a:p>
          <a:p>
            <a:r>
              <a:t>Context: give it broad access to your files and environment, so it has a good chance at knowing the correct context to solve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improves when ...</a:t>
            </a:r>
          </a:p>
          <a:p>
            <a:r>
              <a:t>and it turns out all of this can make a difference even without affecting the underlying model</a:t>
            </a:r>
          </a:p>
          <a:p>
            <a:r>
              <a:t>when we tried interventions in isolation in bluffbench, limited success</a:t>
            </a:r>
          </a:p>
          <a:p>
            <a:r>
              <a:t>by posit assistant largely does better than minimal harness (default bluffbench case)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improves when ...</a:t>
            </a:r>
          </a:p>
          <a:p>
            <a:r>
              <a:t>and it turns out all of this can make a difference even without affecting the underlying model</a:t>
            </a:r>
          </a:p>
          <a:p>
            <a:r>
              <a:t>when we tried interventions in isolation in bluffbench, limited success</a:t>
            </a:r>
          </a:p>
          <a:p>
            <a:r>
              <a:t>by posit assistant largely does better than minimal harness (default bluffbench case)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with all that, it'll still make mistakes -- humans do, models do -- so make it less bad when it's wrong</a:t>
            </a:r>
          </a:p>
          <a:p/>
          <a:p>
            <a:r>
              <a:t>again, code as foundation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with all that, it'll still make mistakes -- humans do, models do -- so make it less bad when it's wrong</a:t>
            </a:r>
          </a:p>
          <a:p/>
          <a:p>
            <a:r>
              <a:t>again, code as foundation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probably not enough for the model to write that code</a:t>
            </a:r>
          </a:p>
          <a:p>
            <a:r>
              <a:t>show it to the user when it matters</a:t>
            </a:r>
          </a:p>
          <a:p>
            <a:r>
              <a:t>make it easy to see and read</a:t>
            </a:r>
          </a:p>
          <a:p>
            <a:r>
              <a:t>small things like syntax highlighting, code styling</a:t>
            </a:r>
          </a:p>
          <a:p>
            <a:r>
              <a:t>you don't inspect every time, but if you suspect something went wrong you have the option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only is the model writing code</a:t>
            </a:r>
          </a:p>
          <a:p>
            <a:r>
              <a:t>writing it in a shared environment</a:t>
            </a:r>
          </a:p>
          <a:p>
            <a:r>
              <a:t>it has access to your same r/python session</a:t>
            </a:r>
          </a:p>
          <a:p>
            <a:r>
              <a:t>its not guessing what data you have loaded -- it can see into that data in the same way you can</a:t>
            </a:r>
          </a:p>
          <a:p>
            <a:r>
              <a:t>you can audit its code by running it yourself</a:t>
            </a:r>
          </a:p>
          <a:p>
            <a:r>
              <a:t>it can inspect your objects and rerun code you ran</a:t>
            </a:r>
          </a:p>
          <a:p/>
          <a:p>
            <a:r>
              <a:t>this turns out to be very useful, especially for data analysis where you are often turning the same object around and looking at it from multiple angles and transforming it</a:t>
            </a:r>
          </a:p>
          <a:p/>
          <a:p>
            <a:r>
              <a:t>you're seeing eye to eye with the agent, instead of the two of you occupying different worlds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said the first way to make it less bad if the model is wrong was having it write code</a:t>
            </a:r>
          </a:p>
          <a:p>
            <a:r>
              <a:t>the second way is having it, in some cases, pause and involve the user</a:t>
            </a:r>
          </a:p>
          <a:p/>
          <a:p>
            <a:r>
              <a:t>posit assistant, during open ended tasks or ones it thinks need user involvement, purposefully slows down and does shorter turns</a:t>
            </a:r>
          </a:p>
          <a:p/>
          <a:p>
            <a:r>
              <a:t>notice in the screenshot how...</a:t>
            </a:r>
          </a:p>
          <a:p/>
          <a:p>
            <a:r>
              <a:t>this is in contrast to how it might behave without our harness, which is to move the analysis forward with lots of code and</a:t>
            </a:r>
          </a:p>
          <a:p/>
          <a:p>
            <a:r>
              <a:t>losing the user and obscuring its uncertainties or deciding its own answers to questions</a:t>
            </a:r>
          </a:p>
          <a:p>
            <a:r>
              <a:t>it should have asked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another reason for this though</a:t>
            </a:r>
          </a:p>
          <a:p>
            <a:r>
              <a:t>for verification and transparency: the human has to keep pace and see eye-to-eye with the agent (same environment).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another reason for this though</a:t>
            </a:r>
          </a:p>
          <a:p>
            <a:r>
              <a:t>for verification and transparency: the human has to keep pace and see eye-to-eye with the agent (same environment).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1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1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1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2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2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2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2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2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2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2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2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3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3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3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3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3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3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3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3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3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3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4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4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4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4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4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4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4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